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59" r:id="rId6"/>
    <p:sldId id="258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8" d="100"/>
          <a:sy n="88" d="100"/>
        </p:scale>
        <p:origin x="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824C68-1C10-A10A-9349-063368D8D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70E485-2CF7-B829-D38A-ED1EE3DCA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182151-976A-7829-330F-0BF1F876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104B6-66B2-4FDD-BF4B-75C70C5C10C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883626-B833-AA2F-5A67-E05C5E1C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3B68B4-25F7-9751-3ABC-1C1DB0436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8F877-63B2-48E7-BDB3-FF3EF457E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63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51CA7-1B6C-C6FF-91A7-447EAC96B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0359AF-5595-E942-9128-FE89ECE60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CA2815-BAEE-5CE0-62AE-FC3301B39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104B6-66B2-4FDD-BF4B-75C70C5C10C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574839-1582-2A3E-43CF-FB42FD265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79122B-6212-46AE-F0AB-47D84AB7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8F877-63B2-48E7-BDB3-FF3EF457E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96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87417D-2152-74C9-761B-85C6AC992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3906D3-1160-FD29-AA60-7424F5AD6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E5F6C6-1C4D-017A-2EF5-309E2E29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104B6-66B2-4FDD-BF4B-75C70C5C10C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6FE86F-F283-FF8C-2570-DE325901A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9B7EC6-AD59-B8F7-57C1-6C4E2515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8F877-63B2-48E7-BDB3-FF3EF457E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3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6AE742-1A8F-6125-B8AA-BDF13A059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D2DC0-8110-7C22-424D-FAFCDFAC0F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B7D0222-42ED-6B5D-2978-434186F35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48CA12-3111-6896-EFE5-15253EB0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104B6-66B2-4FDD-BF4B-75C70C5C10C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69BE2B-FD5F-D956-5C83-100D29E9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B34CBE-165D-DB7F-4D85-35A66199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8F877-63B2-48E7-BDB3-FF3EF457E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9064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FEAA9B-12AE-7379-B313-6AF236291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C3B57B-581C-D21E-BDDC-3334B57DC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59957F-C00B-6431-EF21-22E466C55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628E988-BDF7-C470-D23D-4EFEB74A6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D5CDB68-F977-F9F3-8C62-FA5418F55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62CB8ED-AA5A-4663-6FFC-3E8A13781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104B6-66B2-4FDD-BF4B-75C70C5C10C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E0D9782-4773-95F5-FDBE-D7C3DB7FA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778271F-617A-8EE4-1119-528C5AA2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8F877-63B2-48E7-BDB3-FF3EF457E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850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32E427-7D07-D706-0E12-C1FA16F1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33B234-CB1B-4BB6-A273-622E9C3F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104B6-66B2-4FDD-BF4B-75C70C5C10C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D2C9CF-9EA9-5121-C60C-3CE8C52A4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95AAB53-F368-0014-F7A9-1F8B41995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8F877-63B2-48E7-BDB3-FF3EF457E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86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ECCF365-3D3B-F8C5-C23C-5BED89DE3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104B6-66B2-4FDD-BF4B-75C70C5C10C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354565-1785-BF6D-9EAD-DFD67DDA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551213-08B3-E77A-FB0C-0874DA2FD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8F877-63B2-48E7-BDB3-FF3EF457E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40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33A2E-BB85-9BCE-E05D-F4D4BD437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4F7D81-45E0-18AB-8F2E-27848783D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F6ACC9D-5446-010D-F58B-CB26DFCC5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E880B1-8E23-138C-1446-1AE688A86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104B6-66B2-4FDD-BF4B-75C70C5C10C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9F7E1E-8DAA-439C-A589-C5B747A36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72AEA1-FF92-38AC-479E-65FE3DAC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8F877-63B2-48E7-BDB3-FF3EF457E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033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A22F82-EDCB-DF2E-CA21-60E11A15E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4417A66-4A8C-A6D2-9950-CA88CD8D56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DF82DE-0ACE-2877-307E-3BE316B95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7E7CC6-03BD-150D-D429-8FAA8E962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104B6-66B2-4FDD-BF4B-75C70C5C10C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39BEC3-9BB5-0996-9EF7-C464B7227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1ED7E0-14F5-94D2-1286-81DACB51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8F877-63B2-48E7-BDB3-FF3EF457E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79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84509D-A699-E3DD-DC06-2F63DEF6D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B6CBE4-4C4C-DFF3-B3BF-75F9623F2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1E9DA-FC04-B0E4-F3CD-2F5B6286C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104B6-66B2-4FDD-BF4B-75C70C5C10C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D5C59A-5727-7CF1-4AD3-801921A7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106C2C-42A9-D358-A441-4B3A2D7C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8F877-63B2-48E7-BDB3-FF3EF457E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416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E89DE67-328D-ACF2-544E-E05D2D3A9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3C159B-30DD-6904-42BC-D05C83E2F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5C44C9-49C7-BEF6-18AA-814D5444B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104B6-66B2-4FDD-BF4B-75C70C5C10C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C1503F-3BE5-FBA1-68B6-53D678972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3C27AF-6931-FC28-0EBD-E59AB555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8F877-63B2-48E7-BDB3-FF3EF457E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846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69047E-AD4A-8130-CDD8-06F6C2694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098A2C-67B6-E711-312B-8C8ABB95C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4A63DF-636B-E2E8-C80D-B4D53C98D4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104B6-66B2-4FDD-BF4B-75C70C5C10C2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7F3E51-0354-CB68-5997-8CF4D5646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DD475E-0728-C04B-9739-CBA869410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8F877-63B2-48E7-BDB3-FF3EF457E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237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4CDEFD6-C0EF-CE72-BCD7-63F3187B8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2060576"/>
            <a:ext cx="7772400" cy="1470025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B385202-E690-7B9B-D507-F31FED72D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321" y="4086600"/>
            <a:ext cx="4511554" cy="240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Выполнил: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dirty="0"/>
              <a:t>Чемоданов Павел Юрьевич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Группа: 22П-1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Специальность: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dirty="0"/>
              <a:t>09.02.07 Информационные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dirty="0"/>
              <a:t>системы и программирование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b="1" dirty="0"/>
              <a:t>Руководитель: </a:t>
            </a:r>
            <a:r>
              <a:rPr lang="ru-RU" altLang="ru-RU" dirty="0"/>
              <a:t>Калинин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ru-RU" altLang="ru-RU" dirty="0"/>
              <a:t>Арсений Олегович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ru-RU" altLang="ru-RU" b="1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07C890FA-6763-0FB7-1448-F97C7EBBF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261939"/>
            <a:ext cx="7704137" cy="1006475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pic>
        <p:nvPicPr>
          <p:cNvPr id="7" name="Picture 14" descr="touch-icon-ipad-retina">
            <a:extLst>
              <a:ext uri="{FF2B5EF4-FFF2-40B4-BE49-F238E27FC236}">
                <a16:creationId xmlns:a16="http://schemas.microsoft.com/office/drawing/2014/main" id="{0626C96A-81F7-8172-52B0-25C8760E8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117" y="128606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5">
            <a:extLst>
              <a:ext uri="{FF2B5EF4-FFF2-40B4-BE49-F238E27FC236}">
                <a16:creationId xmlns:a16="http://schemas.microsoft.com/office/drawing/2014/main" id="{948E3047-4368-A127-E2F9-800781233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114" y="6237288"/>
            <a:ext cx="2376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dirty="0"/>
              <a:t>202</a:t>
            </a:r>
            <a:r>
              <a:rPr lang="en-US" altLang="ru-RU" dirty="0"/>
              <a:t>5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199540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>
            <a:extLst>
              <a:ext uri="{FF2B5EF4-FFF2-40B4-BE49-F238E27FC236}">
                <a16:creationId xmlns:a16="http://schemas.microsoft.com/office/drawing/2014/main" id="{EAC2FAA6-B0A7-E1D1-1322-4360563E8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AE6D080-178D-925C-DAFF-56A762981E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62075" y="1722440"/>
            <a:ext cx="9324975" cy="4356006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Рост внутреннего туризма → спрос на цифровые гиды для малых городов.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Слободской — богатое культурное наследие (храмы, музеи, парки), но информация разрознена или устарела.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Универсальные сервисы (Google Maps, 2GIS, </a:t>
            </a:r>
            <a:r>
              <a:rPr lang="ru-RU" sz="2400" b="0" i="0" dirty="0" err="1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Tripadvisor</a:t>
            </a: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не подходят:</a:t>
            </a:r>
            <a:b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игнорируют малые города,</a:t>
            </a:r>
            <a:b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нет локального контекста,</a:t>
            </a:r>
            <a:b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платные API (Google).</a:t>
            </a:r>
            <a:b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Необходимо специализированное решение с акцентом на автономность и персонализацию.</a:t>
            </a:r>
          </a:p>
          <a:p>
            <a:pPr algn="just">
              <a:buFontTx/>
              <a:buNone/>
            </a:pP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016BDAAD-7FBA-C048-965A-4DC56F33E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2281" y="1019971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2800" b="1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3938969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8907769-7955-3137-B7D9-FC3ACC3BC3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altLang="ru-RU" sz="1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AF28CCF-15D3-844A-2990-1E1043750B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026" y="1557339"/>
            <a:ext cx="9715835" cy="492952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en-US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</a:t>
            </a:r>
            <a:r>
              <a:rPr lang="ru-RU" sz="2400" b="0" i="1" dirty="0" err="1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SlobGOOD</a:t>
            </a: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информационно-навигационного сопровождения туристов в г. Слободском.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 и аналогов.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Сформулировать техническое задание.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архитектуру и UI на </a:t>
            </a:r>
            <a:r>
              <a:rPr lang="ru-RU" sz="2400" b="0" i="0" dirty="0" err="1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Jetpack</a:t>
            </a: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Compose</a:t>
            </a: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400" b="0" i="0" dirty="0" err="1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функционал на </a:t>
            </a:r>
            <a:r>
              <a:rPr lang="ru-RU" sz="2400" b="0" i="0" dirty="0" err="1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и оценку работоспособности.</a:t>
            </a:r>
          </a:p>
          <a:p>
            <a:pPr marL="0" indent="0">
              <a:buNone/>
            </a:pPr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FC1AA4C-2E8B-DD10-3260-F68B044AF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836613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2800" b="1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</a:p>
        </p:txBody>
      </p:sp>
    </p:spTree>
    <p:extLst>
      <p:ext uri="{BB962C8B-B14F-4D97-AF65-F5344CB8AC3E}">
        <p14:creationId xmlns:p14="http://schemas.microsoft.com/office/powerpoint/2010/main" val="1346866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F804F2C-24E2-4550-7AE3-59ACF73D9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altLang="ru-RU" sz="1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19A083F-D9C9-BDF1-EA22-ABC8E6BA45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05250" y="2088941"/>
            <a:ext cx="9508476" cy="387307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Maps </a:t>
            </a: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— платный, требует аккаунта;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2GIS</a:t>
            </a: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не поддерживает Слободской;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i="0" dirty="0" err="1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Tripadvisor</a:t>
            </a: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без маршрутов и оффлайн-режима;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i="0" dirty="0" err="1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OpenRouteService</a:t>
            </a: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i="0" dirty="0" err="1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OSMDroid</a:t>
            </a: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бесплатно, открыто, подходят для реализации.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 Существующие решения не обеспечивают локализацию, персонализацию, маршрутизацию и </a:t>
            </a:r>
            <a:r>
              <a:rPr lang="ru-RU" b="0" i="0" dirty="0" err="1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b="0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 одновременно — требуется собственное приложение.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1809151-F60A-E6C1-B9A4-5AA63CF67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943665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sz="2800" b="1" i="0" dirty="0">
                <a:solidFill>
                  <a:srgbClr val="1D1D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аналогов</a:t>
            </a:r>
          </a:p>
        </p:txBody>
      </p:sp>
    </p:spTree>
    <p:extLst>
      <p:ext uri="{BB962C8B-B14F-4D97-AF65-F5344CB8AC3E}">
        <p14:creationId xmlns:p14="http://schemas.microsoft.com/office/powerpoint/2010/main" val="1149145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241AB4EB-DF6A-ECC7-8EFC-AC4A086FBE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4" y="274639"/>
            <a:ext cx="8218487" cy="56197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altLang="ru-RU" sz="1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A3DC8E56-AD3E-882F-4D94-1C28406F6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884052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sz="2800" b="1" dirty="0">
                <a:latin typeface="Times New Roman" panose="02020603050405020304" pitchFamily="18" charset="0"/>
              </a:rPr>
              <a:t>Основное окно</a:t>
            </a:r>
          </a:p>
        </p:txBody>
      </p:sp>
    </p:spTree>
    <p:extLst>
      <p:ext uri="{BB962C8B-B14F-4D97-AF65-F5344CB8AC3E}">
        <p14:creationId xmlns:p14="http://schemas.microsoft.com/office/powerpoint/2010/main" val="3430070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1E11AD-32A4-8961-A9BD-F8FA94D949CF}"/>
              </a:ext>
            </a:extLst>
          </p:cNvPr>
          <p:cNvSpPr txBox="1"/>
          <p:nvPr/>
        </p:nvSpPr>
        <p:spPr>
          <a:xfrm>
            <a:off x="2625251" y="389913"/>
            <a:ext cx="10144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ТУРИСТОВ ГОРОДА СЛОБОДСКОГО</a:t>
            </a:r>
            <a:endParaRPr lang="ru-RU" sz="1400" dirty="0"/>
          </a:p>
        </p:txBody>
      </p:sp>
      <p:pic>
        <p:nvPicPr>
          <p:cNvPr id="2" name="Объект 2">
            <a:extLst>
              <a:ext uri="{FF2B5EF4-FFF2-40B4-BE49-F238E27FC236}">
                <a16:creationId xmlns:a16="http://schemas.microsoft.com/office/drawing/2014/main" id="{460F75E9-F89A-D5FD-398C-4155B3A384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3" r="-208" b="1340"/>
          <a:stretch/>
        </p:blipFill>
        <p:spPr>
          <a:xfrm>
            <a:off x="4784270" y="861737"/>
            <a:ext cx="2694215" cy="57645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22870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267</Words>
  <Application>Microsoft Office PowerPoint</Application>
  <PresentationFormat>Широкоэкранный</PresentationFormat>
  <Paragraphs>32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РАЗРАБОТКА МОБИЛЬНОГО ПРИЛОЖЕНИЯ ДЛЯ ТУРИСТОВ ГОРОДА СЛОБОДСКОГО</vt:lpstr>
      <vt:lpstr>РАЗРАБОТКА МОБИЛЬНОГО ПРИЛОЖЕНИЯ ДЛЯ ТУРИСТОВ ГОРОДА СЛОБОДСКОГО</vt:lpstr>
      <vt:lpstr>РАЗРАБОТКА МОБИЛЬНОГО ПРИЛОЖЕНИЯ ДЛЯ ТУРИСТОВ ГОРОДА СЛОБОДСКОГО</vt:lpstr>
      <vt:lpstr>РАЗРАБОТКА МОБИЛЬНОГО ПРИЛОЖЕНИЯ ДЛЯ ТУРИСТОВ ГОРОДА СЛОБОДСКОГО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Kami0AI</dc:creator>
  <cp:lastModifiedBy>ROXY |</cp:lastModifiedBy>
  <cp:revision>1</cp:revision>
  <dcterms:created xsi:type="dcterms:W3CDTF">2025-12-05T18:57:49Z</dcterms:created>
  <dcterms:modified xsi:type="dcterms:W3CDTF">2025-12-05T20:13:45Z</dcterms:modified>
</cp:coreProperties>
</file>